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9"/>
  </p:normalViewPr>
  <p:slideViewPr>
    <p:cSldViewPr snapToGrid="0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E69BD-27A2-CB50-C7C2-AB1236143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647EA5-F5C6-6BEF-546C-ABCBAEAAB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864CB-3146-A5DF-EBA1-BE2CB3E0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D8111-DB11-9DD9-19A7-358FAE86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0FD403-0D72-9D70-EFAB-9231D388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9467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EBE1A-65D3-E7F9-869F-64264260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20610-D3DD-353B-53E3-54B2E523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88068-C565-CF27-7F1B-763EAA9A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DD0C9-A899-22FA-63CA-1F1340CF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D0DA53-A495-0C41-BFA4-2EF03E94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838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028E3-B7B3-7F9A-58F6-C2981520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FE9E60-7C1F-FCA3-1BB8-2EB22448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BC285-4F33-6441-F4E3-20CF09ED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7183A8-EBFC-71B2-395D-D35AB9DA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049F81-7CAA-47FC-9154-531E7700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87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2C99F-F95B-B2AA-474B-EDEDC168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01CF99-2735-8477-E506-4AB271814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3EEE74-98A6-8BE7-2AF8-61DA6D41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7B9DC-1BC7-1E2E-EAB2-305741DA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C9BCA5-9D63-F31E-FEB8-ABAF9B52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1D7FE-610F-5229-88FA-85ECE8E4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192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3324E-0AE7-20EC-9D60-7F8B2FB4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A46FE1-185A-EAF6-2B63-549A77CD4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9DEE70-011E-B8EA-148D-000C56B1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55E68B-74B2-D53B-E0F6-07310370F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A37A70-6509-E07B-357B-A30F17B4C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09E96F-EE23-1169-9BB6-B52A434F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6FC7A0-EBFD-2A31-7F69-B69BF9F6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E0581C-5713-61FE-3CDC-88E0F0A3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448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029FA-D42A-CAFB-D903-42D220E3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DEEF-EBA8-7416-E6C2-68B5E2E1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C2EDCE-60AF-093D-10ED-6035658D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E05FA9-F959-A068-ED89-FC1ADC3C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743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113402-B5D7-B1DE-6886-19981244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95358D-C2DD-9B4D-BFB4-076F28F1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B4907-4EDB-9620-5991-29251E5C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557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8599A-56FA-437B-BB5E-DE8E9F375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446F4D-EF23-D79C-E4F9-E0133BEB6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926188-5593-C396-EDD6-43E7126CF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D13B35-2828-E4A0-F56D-18E1A29C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609ED0-4FA5-D8E1-A162-83338D7D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98446-46AA-7B16-E5D7-95941422B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97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8547B-9A3C-4768-B109-CEA1AFC0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A2020D-D7F7-779A-7BAF-751BE86D0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B6425E-2BFD-E23E-F867-92ACB8847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00AE68-33F4-F297-6339-BAC3039B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78306-95C4-0286-E21A-8DA39C3D2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58502D-111B-70C6-EB30-B3A6D5BF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078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BD065-E89E-839D-AD70-CA4D68B4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985DB4-1F8A-8DFA-D309-711F8CE4D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8ED10-AEE2-B887-C224-635C4543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BB971-1B2F-0DFC-C35F-05A6893C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85FF9-B356-F823-2CE2-620F5C20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026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2ED106-04F6-C457-5EC0-59F39D40A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EAD097-761E-EF64-C30C-EBB7EE859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869936-36E9-ECD0-0673-7F06DF9D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1F5ED-4F8B-E640-EE41-01E65868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9C2713-9EB0-2B8F-4AC8-81FE69DE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601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1228C9-44D0-0AF2-5D8D-506AB7B6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5369BB-C655-E577-5C1F-789858F37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79B96-EC33-A50F-A5CD-0633E9875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93A9E-E437-BD4D-B730-977F33B2FCA7}" type="datetimeFigureOut">
              <a:rPr kumimoji="1" lang="ko-KR" altLang="en-US" smtClean="0"/>
              <a:t>2024. 7. 10.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9D6C6-A49A-8AC2-9C1C-1750418EB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52FF6-A3D2-B19F-7055-EB9D79CFD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38225-F506-6648-A86D-F2C132296C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635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58806AB-444E-2DF8-77EC-4CDCE9A2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12192000" cy="68706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930B22-C20B-73D7-05BD-553B1A386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" y="1819275"/>
            <a:ext cx="69342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65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강희 이</dc:creator>
  <cp:lastModifiedBy>강희 이</cp:lastModifiedBy>
  <cp:revision>1</cp:revision>
  <dcterms:created xsi:type="dcterms:W3CDTF">2024-07-10T11:24:15Z</dcterms:created>
  <dcterms:modified xsi:type="dcterms:W3CDTF">2024-07-10T12:41:43Z</dcterms:modified>
</cp:coreProperties>
</file>